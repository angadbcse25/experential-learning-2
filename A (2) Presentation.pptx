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iece of paper with a pencil laying on top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12607" y="1433525"/>
            <a:ext cx="3993026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Presentation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Angad Bhende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Cs25068</a:t>
            </a:r>
            <a:endParaRPr lang="en-US" sz="16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Library Book Catalog: Create a searchable catalog for "City Central Library." Display books in a table with columns for title, Author , ISBN, and </a:t>
            </a:r>
            <a:r>
              <a:rPr lang="en-US" dirty="0" err="1"/>
              <a:t>Avaibility</a:t>
            </a:r>
            <a:r>
              <a:rPr lang="en-US" dirty="0"/>
              <a:t> (use color coding). Include a search/filter box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link:</a:t>
            </a:r>
            <a:br>
              <a:rPr lang="en-US" dirty="0"/>
            </a:br>
            <a:r>
              <a:rPr lang="en-US" dirty="0"/>
              <a:t>CSS:-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https://github.com/angadbcse25/Experential-learning-2/blob/main/README.md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Screenshot:-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7146" y="1455175"/>
            <a:ext cx="10120789" cy="4454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 used for </a:t>
            </a:r>
            <a:r>
              <a:rPr lang="en-US" dirty="0" err="1"/>
              <a:t>Css</a:t>
            </a:r>
            <a:r>
              <a:rPr lang="en-US" dirty="0"/>
              <a:t> :-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500" b="1" dirty="0"/>
              <a:t>1</a:t>
            </a:r>
            <a:r>
              <a:rPr lang="en-US" sz="7200" b="1" dirty="0"/>
              <a:t>. background-color</a:t>
            </a:r>
            <a:endParaRPr lang="en-US" sz="7200" b="1" dirty="0"/>
          </a:p>
          <a:p>
            <a:r>
              <a:rPr lang="en-US" sz="7200" dirty="0"/>
              <a:t>Used to set the background color of an element. </a:t>
            </a:r>
            <a:endParaRPr lang="en-US" sz="7200" dirty="0"/>
          </a:p>
          <a:p>
            <a:r>
              <a:rPr lang="en-US" sz="7200" dirty="0"/>
              <a:t>Makes the webpage attractive and readable. </a:t>
            </a:r>
            <a:endParaRPr lang="en-US" sz="7200" dirty="0"/>
          </a:p>
          <a:p>
            <a:r>
              <a:rPr lang="en-US" sz="7200" dirty="0"/>
              <a:t>background-color: #f4f6f9;</a:t>
            </a:r>
            <a:endParaRPr lang="en-US" sz="7200" dirty="0"/>
          </a:p>
          <a:p>
            <a:br>
              <a:rPr lang="en-US" sz="7200" dirty="0"/>
            </a:br>
            <a:endParaRPr lang="en-US" sz="7200" dirty="0"/>
          </a:p>
          <a:p>
            <a:r>
              <a:rPr lang="en-US" sz="7200" b="1" dirty="0"/>
              <a:t>2. font-family</a:t>
            </a:r>
            <a:endParaRPr lang="en-US" sz="7200" b="1" dirty="0"/>
          </a:p>
          <a:p>
            <a:r>
              <a:rPr lang="en-US" sz="7200" dirty="0"/>
              <a:t>Changes the style of text/font. </a:t>
            </a:r>
            <a:endParaRPr lang="en-US" sz="7200" dirty="0"/>
          </a:p>
          <a:p>
            <a:r>
              <a:rPr lang="en-US" sz="7200" dirty="0"/>
              <a:t>Improves readability and design appearance. </a:t>
            </a:r>
            <a:endParaRPr lang="en-US" sz="7200" dirty="0"/>
          </a:p>
          <a:p>
            <a:r>
              <a:rPr lang="en-US" sz="7200" dirty="0"/>
              <a:t>font-family: Arial, sans-serif;</a:t>
            </a:r>
            <a:endParaRPr lang="en-US" sz="7200" dirty="0"/>
          </a:p>
          <a:p>
            <a:br>
              <a:rPr lang="en-US" sz="3700" dirty="0"/>
            </a:br>
            <a:endParaRPr lang="en-US" sz="37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3. margin-top</a:t>
            </a:r>
            <a:endParaRPr lang="en-US" b="1" dirty="0"/>
          </a:p>
          <a:p>
            <a:r>
              <a:rPr lang="en-US" dirty="0"/>
              <a:t>Adds space outside the element from the top side. </a:t>
            </a:r>
            <a:endParaRPr lang="en-US" dirty="0"/>
          </a:p>
          <a:p>
            <a:r>
              <a:rPr lang="en-US" dirty="0"/>
              <a:t>Used for proper spacing between sections. </a:t>
            </a:r>
            <a:endParaRPr lang="en-US" dirty="0"/>
          </a:p>
          <a:p>
            <a:r>
              <a:rPr lang="en-US" dirty="0"/>
              <a:t>margin-top: 50px;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padding</a:t>
            </a:r>
            <a:endParaRPr lang="en-US" b="1" dirty="0"/>
          </a:p>
          <a:p>
            <a:r>
              <a:rPr lang="en-US" dirty="0"/>
              <a:t>Adds inner spacing inside an element. </a:t>
            </a:r>
            <a:endParaRPr lang="en-US" dirty="0"/>
          </a:p>
          <a:p>
            <a:r>
              <a:rPr lang="en-US" dirty="0"/>
              <a:t>Makes content look clean and properly aligned. </a:t>
            </a:r>
            <a:endParaRPr lang="en-US" dirty="0"/>
          </a:p>
          <a:p>
            <a:r>
              <a:rPr lang="en-US" dirty="0"/>
              <a:t>padding: 30px;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0645" y="324465"/>
            <a:ext cx="10622235" cy="561422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5. border-radius</a:t>
            </a:r>
            <a:endParaRPr lang="en-IN" b="1" dirty="0"/>
          </a:p>
          <a:p>
            <a:r>
              <a:rPr lang="en-IN" dirty="0"/>
              <a:t>Rounds the corners of boxes, tables, or buttons. </a:t>
            </a:r>
            <a:endParaRPr lang="en-IN" dirty="0"/>
          </a:p>
          <a:p>
            <a:r>
              <a:rPr lang="en-IN" dirty="0"/>
              <a:t>Gives a modern UI design. </a:t>
            </a:r>
            <a:endParaRPr lang="en-IN" dirty="0"/>
          </a:p>
          <a:p>
            <a:r>
              <a:rPr lang="en-IN" dirty="0"/>
              <a:t>border-radius: 12px;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6. box-shadow</a:t>
            </a:r>
            <a:endParaRPr lang="en-IN" b="1" dirty="0"/>
          </a:p>
          <a:p>
            <a:r>
              <a:rPr lang="en-IN" dirty="0"/>
              <a:t>Adds shadow effect around elements. </a:t>
            </a:r>
            <a:endParaRPr lang="en-IN" dirty="0"/>
          </a:p>
          <a:p>
            <a:r>
              <a:rPr lang="en-IN" dirty="0"/>
              <a:t>Creates depth and attractive card-style layout. </a:t>
            </a:r>
            <a:endParaRPr lang="en-IN" dirty="0"/>
          </a:p>
          <a:p>
            <a:r>
              <a:rPr lang="en-IN" dirty="0"/>
              <a:t>box-shadow: 0 4px 10px </a:t>
            </a:r>
            <a:r>
              <a:rPr lang="en-IN" dirty="0" err="1"/>
              <a:t>rgba</a:t>
            </a:r>
            <a:r>
              <a:rPr lang="en-IN" dirty="0"/>
              <a:t>(0,0,0,0.1);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7. text-align</a:t>
            </a:r>
            <a:endParaRPr lang="en-IN" b="1" dirty="0"/>
          </a:p>
          <a:p>
            <a:r>
              <a:rPr lang="en-IN" dirty="0"/>
              <a:t>Aligns text left, right, or </a:t>
            </a:r>
            <a:r>
              <a:rPr lang="en-IN" dirty="0" err="1"/>
              <a:t>center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Used for better content presentation. </a:t>
            </a:r>
            <a:endParaRPr lang="en-IN" dirty="0"/>
          </a:p>
          <a:p>
            <a:r>
              <a:rPr lang="en-IN" dirty="0"/>
              <a:t>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8632" y="324466"/>
            <a:ext cx="10641899" cy="518121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8. color</a:t>
            </a:r>
            <a:endParaRPr lang="en-US" b="1" dirty="0"/>
          </a:p>
          <a:p>
            <a:r>
              <a:rPr lang="en-US" dirty="0"/>
              <a:t>Changes text color. </a:t>
            </a:r>
            <a:endParaRPr lang="en-US" dirty="0"/>
          </a:p>
          <a:p>
            <a:r>
              <a:rPr lang="en-US" dirty="0"/>
              <a:t>Used for highlighting important text. </a:t>
            </a:r>
            <a:endParaRPr lang="en-US" dirty="0"/>
          </a:p>
          <a:p>
            <a:r>
              <a:rPr lang="en-US" dirty="0"/>
              <a:t>color: green;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9. font-weight</a:t>
            </a:r>
            <a:endParaRPr lang="en-US" b="1" dirty="0"/>
          </a:p>
          <a:p>
            <a:r>
              <a:rPr lang="en-US" dirty="0"/>
              <a:t>Makes text bold or lighter. </a:t>
            </a:r>
            <a:endParaRPr lang="en-US" dirty="0"/>
          </a:p>
          <a:p>
            <a:r>
              <a:rPr lang="en-US" dirty="0"/>
              <a:t>Used to emphasize headings or status. </a:t>
            </a:r>
            <a:endParaRPr lang="en-US" dirty="0"/>
          </a:p>
          <a:p>
            <a:r>
              <a:rPr lang="en-US" dirty="0"/>
              <a:t>font-weight: bold;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10. border</a:t>
            </a:r>
            <a:endParaRPr lang="en-US" b="1" dirty="0"/>
          </a:p>
          <a:p>
            <a:r>
              <a:rPr lang="en-US" dirty="0"/>
              <a:t>Adds border around elements like tables and input boxes. </a:t>
            </a:r>
            <a:endParaRPr lang="en-US" dirty="0"/>
          </a:p>
          <a:p>
            <a:r>
              <a:rPr lang="en-US" dirty="0"/>
              <a:t>Improves structure visibility. </a:t>
            </a:r>
            <a:endParaRPr lang="en-US" dirty="0"/>
          </a:p>
          <a:p>
            <a:r>
              <a:rPr lang="en-US" dirty="0"/>
              <a:t>border: 1px solid #ccc;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4503" y="304800"/>
            <a:ext cx="11710219" cy="5997678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11. overflow</a:t>
            </a:r>
            <a:endParaRPr lang="en-IN" b="1" dirty="0"/>
          </a:p>
          <a:p>
            <a:r>
              <a:rPr lang="en-IN" dirty="0"/>
              <a:t>Controls content overflow </a:t>
            </a:r>
            <a:r>
              <a:rPr lang="en-IN" dirty="0" err="1"/>
              <a:t>behavior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Helps manage large content inside containers. </a:t>
            </a:r>
            <a:endParaRPr lang="en-IN" dirty="0"/>
          </a:p>
          <a:p>
            <a:r>
              <a:rPr lang="en-IN" dirty="0"/>
              <a:t>overflow: hidden;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12. transition</a:t>
            </a:r>
            <a:endParaRPr lang="en-IN" b="1" dirty="0"/>
          </a:p>
          <a:p>
            <a:r>
              <a:rPr lang="en-IN" dirty="0"/>
              <a:t>Adds smooth animation effects. </a:t>
            </a:r>
            <a:endParaRPr lang="en-IN" dirty="0"/>
          </a:p>
          <a:p>
            <a:r>
              <a:rPr lang="en-IN" dirty="0"/>
              <a:t>Used in hover effects for better user experience. </a:t>
            </a:r>
            <a:endParaRPr lang="en-IN" dirty="0"/>
          </a:p>
          <a:p>
            <a:r>
              <a:rPr lang="en-IN" dirty="0"/>
              <a:t>transition: 0.3s;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13. hover</a:t>
            </a:r>
            <a:endParaRPr lang="en-IN" b="1" dirty="0"/>
          </a:p>
          <a:p>
            <a:r>
              <a:rPr lang="en-IN" dirty="0"/>
              <a:t>Applies style when mouse pointer moves over an element. </a:t>
            </a:r>
            <a:endParaRPr lang="en-IN" dirty="0"/>
          </a:p>
          <a:p>
            <a:r>
              <a:rPr lang="en-IN" dirty="0"/>
              <a:t>Makes UI interactive. </a:t>
            </a:r>
            <a:endParaRPr lang="en-IN" dirty="0"/>
          </a:p>
          <a:p>
            <a:r>
              <a:rPr lang="en-IN" dirty="0" err="1"/>
              <a:t>tbody</a:t>
            </a:r>
            <a:r>
              <a:rPr lang="en-IN" dirty="0"/>
              <a:t> </a:t>
            </a:r>
            <a:r>
              <a:rPr lang="en-IN" dirty="0" err="1"/>
              <a:t>tr:hover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   background-</a:t>
            </a:r>
            <a:r>
              <a:rPr lang="en-IN" dirty="0" err="1"/>
              <a:t>color</a:t>
            </a:r>
            <a:r>
              <a:rPr lang="en-IN" dirty="0"/>
              <a:t>: #f1f1f1;</a:t>
            </a:r>
            <a:br>
              <a:rPr lang="en-IN" dirty="0"/>
            </a:br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CSS properties are used to improve webpage design, layout, spacing, colors, responsiveness, and user interaction. They help create an attractive and user-friendly Library Book Catalog interface.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/>
</ds:datastoreItem>
</file>

<file path=customXml/itemProps2.xml><?xml version="1.0" encoding="utf-8"?>
<ds:datastoreItem xmlns:ds="http://schemas.openxmlformats.org/officeDocument/2006/customXml" ds:itemID="{AA3F7EDC-E5B4-4BBC-9D2A-CBE6D46C37AD}">
  <ds:schemaRefs/>
</ds:datastoreItem>
</file>

<file path=customXml/itemProps3.xml><?xml version="1.0" encoding="utf-8"?>
<ds:datastoreItem xmlns:ds="http://schemas.openxmlformats.org/officeDocument/2006/customXml" ds:itemID="{D2957789-34B8-480C-AF9B-3EB54B9E5C9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2095</Words>
  <Application>WPS Presentation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Gill Sans MT</vt:lpstr>
      <vt:lpstr>Microsoft YaHei</vt:lpstr>
      <vt:lpstr>Arial Unicode MS</vt:lpstr>
      <vt:lpstr>Calibri</vt:lpstr>
      <vt:lpstr>Gallery</vt:lpstr>
      <vt:lpstr>Presentation</vt:lpstr>
      <vt:lpstr>Problem statement:</vt:lpstr>
      <vt:lpstr>Github link: CSS:- </vt:lpstr>
      <vt:lpstr>Output Screenshot:-</vt:lpstr>
      <vt:lpstr>Tags used for Css :-</vt:lpstr>
      <vt:lpstr>PowerPoint 演示文稿</vt:lpstr>
      <vt:lpstr>PowerPoint 演示文稿</vt:lpstr>
      <vt:lpstr>PowerPoint 演示文稿</vt:lpstr>
      <vt:lpstr>PowerPoint 演示文稿</vt:lpstr>
      <vt:lpstr>Conclusion: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SHRUTIKA SAWANKAR</dc:creator>
  <cp:lastModifiedBy>WPS_1776867447</cp:lastModifiedBy>
  <cp:revision>2</cp:revision>
  <dcterms:created xsi:type="dcterms:W3CDTF">2026-05-08T18:20:00Z</dcterms:created>
  <dcterms:modified xsi:type="dcterms:W3CDTF">2026-05-09T03:47:20Z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2450C56E3E7843A585686ED524EEE733_13</vt:lpwstr>
  </property>
  <property fmtid="{D5CDD505-2E9C-101B-9397-08002B2CF9AE}" pid="4" name="KSOProductBuildVer">
    <vt:lpwstr>1033-12.1.0.25242</vt:lpwstr>
  </property>
</Properties>
</file>